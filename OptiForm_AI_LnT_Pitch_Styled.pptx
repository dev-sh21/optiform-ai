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FFFFFF"/>
                </a:solidFill>
              </a:defRPr>
            </a:pPr>
            <a:r>
              <a:t>OptiForm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99CC"/>
                </a:solidFill>
              </a:defRPr>
            </a:pPr>
            <a:r>
              <a:t>Intelligent Formwork Optimization</a:t>
            </a:r>
          </a:p>
          <a:p>
            <a:pPr>
              <a:defRPr sz="2400">
                <a:solidFill>
                  <a:srgbClr val="0099CC"/>
                </a:solidFill>
              </a:defRPr>
            </a:pPr>
            <a:r>
              <a:t>Problem Statement 4</a:t>
            </a:r>
          </a:p>
          <a:p>
            <a:pPr>
              <a:defRPr sz="2400">
                <a:solidFill>
                  <a:srgbClr val="0099CC"/>
                </a:solidFill>
              </a:defRPr>
            </a:pPr>
            <a:r>
              <a:t>Team C.O.R.E.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The Problem: Manual Inefficiency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Current Challenges in Formwork Management: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Manual calculation of Bill of Quantities (BoQ) is slow &amp; error-prone.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Overlooking vertical floor repetitions leads to excess inventory.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Lack of data-driven 'Rent vs. Buy' analytics inflates project costs.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Un-tracked carbon footprints from poor asset utilization.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Team C.O.R.E. | L&amp;T CreaTech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Our Solution: OptiForm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Transforming manual workflows into an intelligent, automated pipeline: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Repetition Analytics: ML clustering groups repeating floor designs.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Precision Kitting: Instant, optimized BoQ assembly kits generated via OR.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Financial Engine: Dynamic ROI modeling for Rent vs. Buy decisions.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Sustainability Metrics: Automated carbon tracking for formwork reuse.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Team C.O.R.E. | L&amp;T CreaTech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Out-of-the-Box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Beyond standard optimization: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1. AI Design Advisor: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Suggests architectural standardizations to reduce total BoQ.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2. Predictive Maintenance: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Tracks asset health to predict failures before they happen.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Team C.O.R.E. | L&amp;T CreaTech 2026</a:t>
            </a:r>
          </a:p>
        </p:txBody>
      </p:sp>
      <p:pic>
        <p:nvPicPr>
          <p:cNvPr id="8" name="Picture 7" descr="final_ai_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2294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The Analytics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A seamless workflow from design data to final procurement: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1️⃣ Data Ingress (Floor Plans &amp; BIM Data)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2️⃣ Repetition Clustering (Machine Learning)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3️⃣ Optimization Engine (BoQ Kitting)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4️⃣ Financial &amp; Decision Engine (ROI &amp; Strategy)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Team C.O.R.E. | L&amp;T CreaTech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Working Prototype: Command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Team C.O.R.E. | L&amp;T CreaTech 2026</a:t>
            </a:r>
          </a:p>
        </p:txBody>
      </p:sp>
      <p:pic>
        <p:nvPicPr>
          <p:cNvPr id="6" name="Picture 5" descr="final_v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674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Value Proposition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Why OptiForm AI for L&amp;T?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Drastically reduces planning time and excess inventory holding costs.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Hard data for Rent vs. Buy decisions protects project margins.</a:t>
            </a:r>
          </a:p>
          <a:p>
            <a:pPr>
              <a:defRPr sz="2000">
                <a:solidFill>
                  <a:srgbClr val="333333"/>
                </a:solidFill>
              </a:defRPr>
            </a:pP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Future Roadmap: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Direct SAP ERP and BIM synchronization (Digital Twin ready).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• Real-time IoT tagging for on-site asset tracking.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99CC"/>
          </a:solidFill>
          <a:ln>
            <a:solidFill>
              <a:srgbClr val="00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Team C.O.R.E. | L&amp;T CreaTech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