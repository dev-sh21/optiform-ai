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OptiForm AI: Intelligent Formwork Optimization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Team C.O.R.E.</a:t>
            </a:r>
          </a:p>
          <a:p>
            <a:r>
              <a:t>Problem Statement 4: Automation of Formwork Kitting &amp; BoQ Optimization</a:t>
            </a:r>
          </a:p>
          <a:p>
            <a:r>
              <a:t>L&amp;T CreaTech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Challenges in Formwork Management:</a:t>
            </a:r>
          </a:p>
          <a:p>
            <a:r>
              <a:t>• Manual, slow, and error-prone calculation of Bill of Quantities (BoQ).</a:t>
            </a:r>
          </a:p>
          <a:p>
            <a:r>
              <a:t>• Sub-optimal reuse of formwork due to missed repetition patterns across floors.</a:t>
            </a:r>
          </a:p>
          <a:p>
            <a:r>
              <a:t>• Lack of data-driven 'Rent vs. Buy' decision making, inflating project costs.</a:t>
            </a:r>
          </a:p>
          <a:p>
            <a:r>
              <a:t>• Un-tracked carbon footprints from poor asset utilization.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Solution: OptiForm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data-driven platform designed to transform manual BoQ calculations into an intelligent, automated pipeline:</a:t>
            </a:r>
          </a:p>
          <a:p>
            <a:r>
              <a:t>• Repetition Analytics: Automatically clusters vertical repetition patterns across floors.</a:t>
            </a:r>
          </a:p>
          <a:p>
            <a:r>
              <a:t>• Precision Kitting: Uses operations research to generate optimized BoQ assembly kits.</a:t>
            </a:r>
          </a:p>
          <a:p>
            <a:r>
              <a:t>• Financial Strategy: Analyzes rental bids against procurement to decide Rent vs. Buy.</a:t>
            </a:r>
          </a:p>
          <a:p>
            <a:r>
              <a:t>• Sustainability Metrics: Calculates carbon reductions from optimized material reuse.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Out-of-the-Box Innovation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Beyond standard optimization, OptiForm AI includes:</a:t>
            </a:r>
          </a:p>
          <a:p>
            <a:r>
              <a:t>• AI Design Advisor: Analyzes designs and suggests standardizations to further reduce BoQ.</a:t>
            </a:r>
          </a:p>
          <a:p>
            <a:r>
              <a:t>• Predictive Maintenance Engine: Tracks asset health based on reuse history to predict failures.</a:t>
            </a:r>
          </a:p>
          <a:p>
            <a:r>
              <a:t>• Digital Twin Readiness: Ready to export kit configurations to BIM or AR platforms.</a:t>
            </a:r>
          </a:p>
        </p:txBody>
      </p:sp>
      <p:pic>
        <p:nvPicPr>
          <p:cNvPr id="4" name="Picture 3" descr="final_ai_advis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286000"/>
            <a:ext cx="4114800" cy="233731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Analytics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Seamless workflow from design to procurement:</a:t>
            </a:r>
          </a:p>
          <a:p>
            <a:r>
              <a:t>1. Data Ingress (Floor plans &amp; designs)</a:t>
            </a:r>
          </a:p>
          <a:p>
            <a:r>
              <a:t>2. Repetition Clustering (Machine Learning)</a:t>
            </a:r>
          </a:p>
          <a:p>
            <a:r>
              <a:t>3. Optimization Engine (PuLP / OR-Tools)</a:t>
            </a:r>
          </a:p>
          <a:p>
            <a:r>
              <a:t>4. BoQ Generation (Kitting)</a:t>
            </a:r>
          </a:p>
          <a:p>
            <a:r>
              <a:t>5. Financial &amp; Decision Engine (ROI Engine)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&amp; Sustainability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Demonstrable value for L&amp;T projects:</a:t>
            </a:r>
          </a:p>
          <a:p>
            <a:r>
              <a:t>• Reduced Inventory Costs: Eliminating excess through precise repetition clustering.</a:t>
            </a:r>
          </a:p>
          <a:p>
            <a:r>
              <a:t>• Optimized ROI: Ensuring the right mix of renting and buying based on actual usage durations.</a:t>
            </a:r>
          </a:p>
          <a:p>
            <a:r>
              <a:t>• Lower Carbon Footprint: Quantifying the environmental benefit of maximizing plywood and steel reuse cycles.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Prototype: Command Center</a:t>
            </a:r>
          </a:p>
        </p:txBody>
      </p:sp>
      <p:pic>
        <p:nvPicPr>
          <p:cNvPr id="3" name="Picture 2" descr="final_v1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15523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Why OptiForm AI?</a:t>
            </a:r>
          </a:p>
          <a:p>
            <a:r>
              <a:t>• Readily solves L&amp;T's Problem Statement 4.</a:t>
            </a:r>
          </a:p>
          <a:p>
            <a:r>
              <a:t>• Enhances speed, accuracy, and profitability of formwork management.</a:t>
            </a:r>
          </a:p>
          <a:p/>
          <a:p>
            <a:r>
              <a:t>Future integration roadmap:</a:t>
            </a:r>
          </a:p>
          <a:p>
            <a:r>
              <a:t>• Direct SAP ERP and BIM synchronization.</a:t>
            </a:r>
          </a:p>
          <a:p>
            <a:r>
              <a:t>• IoT integration for real-time asset tracking on site.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